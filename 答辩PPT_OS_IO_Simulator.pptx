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6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25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OS I/O 软件层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67E22"/>
                </a:solidFill>
                <a:latin typeface="微软雅黑"/>
              </a:defRPr>
            </a:pPr>
            <a:r>
              <a:t>read 操作模拟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77"/>
                </a:solidFill>
                <a:latin typeface="宋体"/>
              </a:defRPr>
            </a:pPr>
            <a:r>
              <a:t>选题七 · 操作系统课程设计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宋体"/>
              </a:defRPr>
            </a:pPr>
            <a:r>
              <a:t>I/O 软件层 sys_read() 全链路可视化教学工具  ·  8人小组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891B2"/>
                </a:solidFill>
                <a:latin typeface="宋体"/>
              </a:defRPr>
            </a:pPr>
            <a:r>
              <a:t>https://github.com/smithluo11/os-read-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课设要求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选题七：I/O 软件层 read 操作模拟 — 实验指导书要求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1148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功能要求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我们的实现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I/O 软件层分层模拟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（用户层 → 设备无关 → 驱动 → 中断）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L0-L4 五层拓扑图 + SVG 连线 + IRP↓ / IRQ↑ / DATA↑ 标签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read 全流程：请求转换 → 权限校验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→ 指令下发 → 中断响应 → 结果返回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状态机引擎逐步推进，每步附 stepDescription，进程状态 RUNNING→BLOCKED→RUNNING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数据流转与缓冲模拟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（单缓冲/双缓冲、用户态↔内核态传递）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乒乓缓冲 A/B 切换 + Canvas 粒子动画 + 用户缓冲区面板实时累加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④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异常场景模拟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（权限不足、非法地址、设备故障等）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5种故障注入：EACCES / EFAULT / EIO / EPERM / ENOENT，运行时切换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单步执行，清晰展示每步细节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btn-step 单步 + 自动连点 (50ms) + 系统调用日志 (13px) + 层级详情页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我们的目标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不只是「交作业」—— 做一个真正能帮助理解 OS I/O 体系的教学工具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152400"/>
          <a:lstStyle/>
          <a:p>
            <a:pPr algn="ctr">
              <a:spcAft>
                <a:spcPts val="16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🖥 浏览器内可交互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每一步都可暂停、观察、回溯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单步与自动连点两种演示模式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152400"/>
          <a:lstStyle/>
          <a:p>
            <a:pPr algn="ctr">
              <a:spcAft>
                <a:spcPts val="16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🔍 全链路可视化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数据从用户空间到磁盘控制器再返回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IRP↓ / IRQ↑ / DATA↑ 三条路径全程可观测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152400"/>
          <a:lstStyle/>
          <a:p>
            <a:pPr algn="ctr">
              <a:spcAft>
                <a:spcPts val="1600"/>
              </a:spcAft>
              <a:defRPr sz="1800" b="1">
                <a:solidFill>
                  <a:srgbClr val="E67E22"/>
                </a:solidFill>
                <a:latin typeface="微软雅黑"/>
              </a:defRPr>
            </a:pPr>
            <a:r>
              <a:t>⚡ 多种异常可切换注入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EACCES / EFAULT / EIO / EPERM / ENOENT</a:t>
            </a:r>
          </a:p>
          <a:p>
            <a:pPr>
              <a:spcAft>
                <a:spcPts val="600"/>
              </a:spcAft>
              <a:defRPr sz="1300">
                <a:solidFill>
                  <a:srgbClr val="555577"/>
                </a:solidFill>
                <a:latin typeface="宋体"/>
              </a:defRPr>
            </a:pPr>
            <a:r>
              <a:t>抽象错误码变成可见的拦截过程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最简模型设计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课本四层 I/O 软件 + 一层硬件 = 五层全链路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64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宋体"/>
              </a:defRPr>
            </a:pPr>
            <a:r>
              <a:t>用户层 I/O 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77"/>
                </a:solidFill>
                <a:latin typeface="宋体"/>
              </a:defRPr>
            </a:pPr>
            <a:r>
              <a:t>sys_read(fd, buf, len)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宋体"/>
              </a:defRPr>
            </a:pPr>
            <a:r>
              <a:t>IRP 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78608"/>
            <a:ext cx="640080" cy="41148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96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宋体"/>
              </a:defRPr>
            </a:pPr>
            <a:r>
              <a:t>设备无关软件 (VFS)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968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77"/>
                </a:solidFill>
                <a:latin typeface="宋体"/>
              </a:defRPr>
            </a:pPr>
            <a:r>
              <a:t>路径解析 → 权限校验 → 缓冲分配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815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宋体"/>
              </a:defRPr>
            </a:pPr>
            <a:r>
              <a:t>IRP 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11296"/>
            <a:ext cx="64008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9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宋体"/>
              </a:defRPr>
            </a:pPr>
            <a:r>
              <a:t>设备驱动程序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295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77"/>
                </a:solidFill>
                <a:latin typeface="宋体"/>
              </a:defRPr>
            </a:pPr>
            <a:r>
              <a:t>构造 IRP → 写控制寄存器 → 进程阻塞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142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宋体"/>
              </a:defRPr>
            </a:pPr>
            <a:r>
              <a:t>IRP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43984"/>
            <a:ext cx="640080" cy="4114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宋体"/>
              </a:defRPr>
            </a:pPr>
            <a:r>
              <a:t>硬件层 (磁盘控制器)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77"/>
                </a:solidFill>
                <a:latin typeface="宋体"/>
              </a:defRPr>
            </a:pPr>
            <a:r>
              <a:t>磁盘寻道 → 扇区读取 → DMA 传输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9469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  <a:latin typeface="宋体"/>
              </a:defRPr>
            </a:pPr>
            <a:r>
              <a:t>IRQ 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76672"/>
            <a:ext cx="640080" cy="4114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94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宋体"/>
              </a:defRPr>
            </a:pPr>
            <a:r>
              <a:t>中断处理程序 (ISR)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77"/>
                </a:solidFill>
                <a:latin typeface="宋体"/>
              </a:defRPr>
            </a:pPr>
            <a:r>
              <a:t>ISR 响应 → 数据拷贝 → 唤醒进程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最简模型说明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此时没有双缓冲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没有 ACL 权限校验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没有故障注入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仅正常流转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393192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IRP / IRQ 模型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IRP↓: I/O Request Packet 下发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IRQ↑: Interrupt Request 硬件中断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进程 BLOCKED 等待中断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ISR 唤醒进程 + copy_to_user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前后端架构选型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技术选型的「为什么」比「用什么」更重要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决策点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后端语言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单二进制部署、gRPC 原生支持、交叉编译方便（GOOS=linux CGO_ENABLED=0）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通信协议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gRPC-Web 双向流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前端点一步 → 后端推一个快照 → 天然匹配状态机模型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WebSocket bidi streaming，无需轮询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Vanilla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无 React/Vue 依赖，直接操作 DOM 更透明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零 npm 依赖（除 google-protobuf 运行时）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图形引擎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SVG + Canvas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SVG 做拓扑连线（CSS 动画联动），Canvas 做粒子系统（60fps 贝塞尔曲线）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二进制 + systemd + NPM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无容器依赖，单文件上传即运行</a:t>
                      </a:r>
                    </a:p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Nginx Proxy Manager 反代 + WebSocket Upgrade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38912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浏览器 (SVG + Canvas + JS)  ←──WebSocket bidi──→  Go 后端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├─ 五层拓扑图 + 6条有向连线           ├─ gRPC-Web Server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├─ Canvas 粒子系统 (requestAnimationFrame)  ├─ 状态机引擎 (NextStep)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├─ 手风琴信息面板 (进程/内存/硬件)         │   ├─ 五层递进推进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├─ 层级详情页 (detail.html?layer=XX)      │   ├─ 双缓冲乒乓切换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└─ gRPC-Web 帧编解码器 (手写120行)         │   └─ 5种故障注入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                                   └─ ACL 四级校验管线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最简原型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第一版：五层卡片 + 一条线 + 「下一步」按钮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第一版功能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五层卡片 + 1 条 SVG 连线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「下一步」按钮推动一层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仅正常流转：read → VFS → 驱动 → 硬件 → ISR → 返回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通信：前端 WebSocket ↔ Go 后端 gRPC-Web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这一版验证了什么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前后端通信链路通畅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gRPC-Web 双向流帧格式正确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状态机模型（5层递进）正确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Protobuf 序列化/反序列化正常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DOM 驱动渲染可行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881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555577"/>
                </a:solidFill>
                <a:latin typeface="微软雅黑"/>
              </a:defRPr>
            </a:pPr>
            <a:r>
              <a:t>从零到一的关键决策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不引入任何前端框架 — 教学项目的代码应该让组员和老师一眼看懂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手写 gRPC-Web WebSocket 帧编解码器 — 120行代码替代 2万行 npm 依赖，对整个通信路径有完全控制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Go 后端单文件部署 — 交叉编译后直接 scp 上传运行，不需要 Go 工具链或容器环境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为什么加入双缓冲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参照课本「通道」的设计思想 → 选择更适合教学场景的「双缓冲」方案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程序直接控制</a:t>
            </a:r>
            <a:br/>
            <a:r>
              <a:t>(轮询)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60" y="214884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中断驱动</a:t>
            </a:r>
            <a:br/>
            <a:r>
              <a:t>I/O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2200" y="214884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DMA</a:t>
            </a:r>
            <a:br/>
            <a:r>
              <a:t>控制器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06840" y="214884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560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I/O 通道</a:t>
            </a:r>
            <a:br/>
            <a:r>
              <a:t>处理器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063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宋体"/>
              </a:defRPr>
            </a:pPr>
            <a:r>
              <a:t>← 我们最初考虑过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65760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38912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I/O 通道 (Channel)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双缓冲 (Double Buffering)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并行的层面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通道程序独立于 CPU 执行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通过 CCW 管理多台设备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两块缓冲区交替读写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DMA 写一块时 CPU 读另一块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实现复杂度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高：需要 CCW 状态机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CAW/CSW 握手、多设备仲裁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中：状态机直观建模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前端可直接可视化切换过程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教学价值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偏硬件体系结构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超出选题七范围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偏 OS 软件层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与课本缓冲技术章节直接对应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可视化效果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难以在浏览器呈现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缓冲 A/B 颜色高亮 + 粒子动画</a:t>
                      </a:r>
                    </a:p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乒乓切换一目了然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结论：参照通道「减少 CPU 干预、I/O 与计算并行」的设计思想 → 选择双缓冲，在实现复杂度和教学效果之间取得最佳平衡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双缓冲的实现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核心算法：乒乓切换 (Ping-Pong Buffer Switching)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初始化: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ActiveWriteBuffer = 1   // DMA 目标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ActiveReadBuffer  = 1   // CPU 拷贝源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TotalChunks = ceil(BytesToRead / 4096)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CurrentChunk = 0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每次 ISR 响应后: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if CurrentChunk + 1 &lt; TotalChunks: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CurrentChunk++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ActiveReadBuffer  = ActiveWriteBuffer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ActiveWriteBuffer = 3 - ActiveWriteBuffer  // 1↔2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编程下次 DMA → 硬件写新 WriteBuffer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进程 BLOCKED → 回到 Driver 层循环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else: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进程 RUNNING, read() 返回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846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前端可视化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Canvas 粒子从硬件卡飞向目标缓冲区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二次贝塞尔曲线轨迹 (控制点偏移50px)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requestAnimationFrame 60fps 循环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5个粒子，淡入淡出透明度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931920"/>
            <a:ext cx="4846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关键参数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chunk 大小: 4KB (模拟磁盘扇区/页)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缓冲区数: 2个内核缓冲区 (A/B)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乒乓触发: ISR 检测还有剩余 chunk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进程状态: BLOCKED (等待 DMA 中断)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粒子触发: ActiveWriteBuffer 变更时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为什么加入 ACL 权限校验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课本 VFS 层的核心职责 —— 四级安全校验管线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1000"/>
              </a:spcAft>
              <a:defRPr sz="1500" b="1">
                <a:solidFill>
                  <a:srgbClr val="DC2626"/>
                </a:solidFill>
                <a:latin typeface="微软雅黑"/>
              </a:defRPr>
            </a:pPr>
            <a:r>
              <a:t>① 路径穿越检测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解析 .. 段 → 规范化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判定是否逃逸主目录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7560" y="246888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10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② 文件存在检查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FileSystemDB 查表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返回 ENOENT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2200" y="246888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10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③ 敏感文件保护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IsSensitive 标记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仅 root (uid=0) 可读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06840" y="2468880"/>
            <a:ext cx="201168" cy="457200"/>
          </a:xfrm>
          <a:prstGeom prst="rightArrow">
            <a:avLst/>
          </a:prstGeom>
          <a:solidFill>
            <a:srgbClr val="E2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5603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10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④ Unix 权限位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owner/group/other</a:t>
            </a:r>
          </a:p>
          <a:p>
            <a:pPr>
              <a:spcAft>
                <a:spcPts val="400"/>
              </a:spcAft>
              <a:defRPr sz="1200">
                <a:solidFill>
                  <a:srgbClr val="555577"/>
                </a:solidFill>
                <a:latin typeface="宋体"/>
              </a:defRPr>
            </a:pPr>
            <a:r>
              <a:t>9 位 rwx 权限模型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多身份支持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Root 超级用户 (uid=0): 绕过所有检查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普通用户 (uid=1000, gid=1000): 受权限位约束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前端下拉框切换用户身份 → 同文件不同结果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9768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微软雅黑"/>
              </a:defRPr>
            </a:pPr>
            <a:r>
              <a:t>路径穿越防御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../../etc/shadow → 解析规范化 → /etc/shadow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判断是否逃逸 /home/user1/ 主目录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逃逸 → EPERM，不逃逸 → 继续校验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ACL 实现细节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模拟 Linux VFS 的文件系统元数据 + Unix 权限位检查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// FileSystemDB — 模拟文件系统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var FileSystemDB = map[string]*FileMetadata{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"/etc/shadow":       {0, 0, 0600, true},   // root only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"/home/user1/notes": {1000, 1000, 0644, false},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"/tmp/data.bin":     {1000, 1000, 0666, false},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// Unix 权限位检查 (与课本一致)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func checkReadPermission(file, uid, gid):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uid == 0:       return true   // root 绕过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uid == owner:   check (perm&gt;&gt;6)&amp;4  // owner read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gid == group:   check (perm&gt;&gt;3)&amp;4  // group read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return perm &amp; 4                     // other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846320" cy="34747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// 四级校验管线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func ValidateFileAccess(userCtx, rawPath):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// 1. 路径穿越检测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hasTraversalPattern(rawPath):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resolved = resolvePath(rawPath)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if escapesHomeDir(resolved, homeDir):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    return EFAULT  // 逃逸!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// 2. 文件存在检查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fileEntry = FileSystemDB[resolvePath(rawPath)]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!exists: return ENOENT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// 3. 敏感文件检查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fileEntry.IsSensitive &amp;&amp; uid != 0: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return EACCES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// 4. Unix 权限位检查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if !checkReadPermission(fileEntry, uid, gid):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     return EACCES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881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校验失败处理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ValidationError{Code, Description} → 前端差错控制台实时展示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Code 映射标准 Unix 错误码: ENOENT / EACCES / EFAULT / EPERM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Description 为人类可读的描述，用于前端 stepDescription 和差错控制台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故障注入体系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从「正常流转」到「什么情况都可能发生」—— 5种故障运行时切换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3716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故障类型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错误码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拦截层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模拟场景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权限拒绝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EACCES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VFS 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普通用户 (uid=1000) 尝试读取 /etc/shadow 敏感系统文件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非法地址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EFAULT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VFS 层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用户传入 0xFFFFFFFF 内核空间地址，段错误越界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硬件超时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EIO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硬件层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磁道损坏或设备掉线，STS_REG = DEVICE_ERROR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路径穿越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EPERM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VFS 层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使用 ../../etc/shadow 模式逃逸用户主目录范围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文件不存在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ENOENT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VFS 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路径在 FileSystemDB 中不存在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运行时注入机制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前端下拉框选择故障类型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发送 ACTION_INJECT_FAULT 指令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引擎在对应检查点拦截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卡片变红 + 差错控制台展示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教学价值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EACCES / EFAULT / EIO 不再是课本上抽象的字符串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亲眼看到进程在哪个阶段被拦截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理解错误码与 I/O 软件层的对应关系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可演示「同一路径 + 不同故障」的差异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多身份检测演示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77"/>
                </a:solidFill>
                <a:latin typeface="微软雅黑"/>
              </a:defRPr>
            </a:pPr>
            <a:r>
              <a:t>同一文件，不同身份，不同结果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743200"/>
                <a:gridCol w="1645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测试场景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预期结果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Root 特权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root (uid=0)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/etc/shadow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uid=0 绕过所有权限检查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敏感文件拒绝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user1 (uid=1000)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/etc/shadow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❌ EACCES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敏感文件仅 root 可读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自己的文件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user1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/home/user1/notes.txt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owner read bit = 4 (0644)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公共文件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user1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/tmp/data.bin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✅ 通过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other read bit = 4 (0666)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10881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演示要点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Root 用户 → 任何文件无障碍读取（超级用户特权，课本 §1.4.2）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user1 → 读取 /etc/shadow 被拒：先是敏感文件检查拦截（IsSensitive=true），即使绕过，0600 权限位也拒绝 other 读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user1 → 读取自己 home 目录下文件通过：owner match + owner read bit (0644 → 第6位=4)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/tmp/data.bin 权限 0666 → 所有用户可读写，与课本 Unix 权限模型一致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最终系统架构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┌── 浏览器前端 ─────────────────────────────┐      ┌── Go 后端 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                                              │      │       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SVG 五层拓扑图 (viewBox 720×750)               │      │  cmd/server/main.go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6条有向连线: IRP↓ / IRQ↑ / DATA↑           │      │  ├─ grpcweb.WrapServer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层卡片居中: left:50% + translateX(-50%)    │      │  └─ http.FileServer (STATIC_DIR)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└─ foreignObject 标签联动激活                  │      │       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                                              │      │  internal/service/handler.go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Canvas 粒子系统                                │      │  ├─ ACTION_INIT → NewEngine + Send init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getBoundingClientRect 动态坐标              │      │  ├─ ACTION_STEP_NEXT → NextStep + Send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二次贝塞尔曲线 (控制点偏移50px)              │      │  └─ ACTION_INJECT_FAULT → 运行时注入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└─ requestAnimationFrame 60fps               │      │       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                                              │      │  internal/engine/engine.go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手风琴信息面板                                  │      │  ├─ 五层递进 NextStep 状态机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进程状态: RUNNING / BLOCKED / READY        │      │  ├─ 双缓冲乒乓切换 (ActiveWrite 1↔2)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用户缓冲区: 实时累加显示                     │      │  ├─ 5种故障注入拦截点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差错控制台: 错误码 + 描述                    │      │  └─ 进程状态: RUNNING→BLOCKED→RUNNING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└─ 系统调用日志: 80条循环缓冲                   │      │       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                                              │      │  internal/engine/filesystem.go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层级详情页 detail.html?layer=XX                │      │  ├─ FileSystemDB 文件元数据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6:4 Grid 布局                              │      │  └─ 四级校验管线 (穿越→存在→敏感→权限)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├─ 每层6步操作 + 伪代码                        │      │       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└─ 迷你拓扑位置图                               │      └────────────────────────────────────────┘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                                              │            ↑↓ WebSocket bidi streaming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grpc-entry.js (手写帧编解码器)                  │            [control=0][flag][4B BE len][pb]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│  [control=0][flag][4B BE len][pb data]         │</a:t>
            </a:r>
          </a:p>
          <a:p>
            <a:pPr>
              <a:spcAft>
                <a:spcPts val="200"/>
              </a:spcAft>
              <a:defRPr sz="1100">
                <a:solidFill>
                  <a:srgbClr val="CDD6F4"/>
                </a:solidFill>
                <a:latin typeface="宋体"/>
              </a:defRPr>
            </a:pPr>
            <a:r>
              <a:t>  └────────────────────────────────────────────────┘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核心功能一览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五层拓扑图 + 6条有向连线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IRP↓ 下发路径 / IRQ↑ 中断路径 / DATA↑ 数据返回路径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SVG viewBox 坐标系 + 绝对定位卡片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0891B2"/>
                </a:solidFill>
                <a:latin typeface="微软雅黑"/>
              </a:defRPr>
            </a:pPr>
            <a:r>
              <a:t>双缓冲乒乓切换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A/B 缓冲交替读写，DMA 写一块时 CPU 读另一块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Canvas 粒子动画：贝塞尔曲线动态飞向目标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DC2626"/>
                </a:solidFill>
                <a:latin typeface="微软雅黑"/>
              </a:defRPr>
            </a:pPr>
            <a:r>
              <a:t>5种故障注入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运行时下拉切换，每种的拦截点不同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EACCES / EFAULT / EIO / EPERM / ENOENT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多身份 ACL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Root(uid=0) vs user1(uid=1000)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四级校验管线：路径穿越→存在→敏感→权限位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0891B2"/>
                </a:solidFill>
                <a:latin typeface="微软雅黑"/>
              </a:defRPr>
            </a:pPr>
            <a:r>
              <a:t>层级详情页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点击卡片跳转 detail.html?layer=XX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每层：输入输出 + 数据结构 + 6步操作 + 伪代码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1480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E67E22"/>
                </a:solidFill>
                <a:latin typeface="微软雅黑"/>
              </a:defRPr>
            </a:pPr>
            <a:r>
              <a:t>手风琴信息面板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进程状态 / 用户缓冲区 / 差错控制台 / 系统调用日志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flex 弹性链自动分配垂直空间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58368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spcAft>
                <a:spcPts val="800"/>
              </a:spcAft>
              <a:defRPr sz="1400" b="1">
                <a:solidFill>
                  <a:srgbClr val="1A1A2E"/>
                </a:solidFill>
                <a:latin typeface="微软雅黑"/>
              </a:defRPr>
            </a:pPr>
            <a:r>
              <a:t>单步 / 自动连点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单步：暂停观察每层状态</a:t>
            </a:r>
          </a:p>
          <a:p>
            <a:pPr>
              <a:spcAft>
                <a:spcPts val="300"/>
              </a:spcAft>
              <a:defRPr sz="1100">
                <a:solidFill>
                  <a:srgbClr val="555577"/>
                </a:solidFill>
                <a:latin typeface="宋体"/>
              </a:defRPr>
            </a:pPr>
            <a:r>
              <a:t>自动：50ms 间隔连续演示完整流转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技术难点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gRPC-Web WebSocket 帧格式</a:t>
            </a:r>
            <a:br/>
            <a:r>
              <a:t>手写编解码器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Improbable 协议: [control=0][flag][4B BE len][pb data]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120行代码替代 2万行 npm 依赖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处理粘包缓冲 (parserBuf 累加 + 逐帧解析)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消息队列: WebSocket 握手完成前缓存消息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ASCII header 块作为握手首帧发送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Canvas 粒子动画坐标</a:t>
            </a:r>
            <a:br/>
            <a:r>
              <a:t>动态坐标系统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SVG viewBox 虚拟坐标 vs Canvas 像素坐标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getBoundingClientRect() 运行时动态计算起终点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二次贝塞尔曲线: 控制点偏移50px 形成弧线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requestAnimationFrame 60fps 循环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淡入淡出透明度: t&lt;0.15 淡入, t&gt;0.85 淡出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CSS 多层弹性布局</a:t>
            </a:r>
            <a:br/>
            <a:r>
              <a:t>flex 弹性链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右侧4个手风琴面板: flex 纵向布局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关键技巧: flex:1 + height:0 + min-height:0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强制从零分配剩余空间，防止内容溢出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手风琴折叠/展开不破坏 flex 链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页尾 32px + 顶栏 72px 精确高度管控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层级卡片居中</a:t>
            </a:r>
            <a:br/>
            <a:r>
              <a:t>任意宽度精确居中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left:50% ▸ 相对于包含块宽度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translateX(-50%) ▸ 相对于元素自身宽度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五种不同宽度卡片 (330px~560px) 均精确居中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不受 position:absolute 和父元素影响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测试覆盖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正常流测试 (3场景)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单缓冲 + 普通文件 → 完整5步通过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双缓冲 + 普通文件 → 乒乓切换可见，粒子动画触发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双缓冲 + 64KB大文件 → 16个4KB chunk完整传输，A/B多次翻转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微软雅黑"/>
              </a:defRPr>
            </a:pPr>
            <a:r>
              <a:t>故障注入测试 (5场景)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EACCES: user1 读 /etc/shadow → VFS拦截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EFAULT: 0xFFFFFFFF 地址 → VFS拦截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EIO: fault=3 + 正常路径 → 硬件层拦截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EPERM: ../../etc/shadow → VFS拦截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ENOENT: /nonexistent → VFS拦截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权限边界测试 (4场景)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Root 读 /etc/shadow → ✅ 通过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user1 读 /etc/shadow → ❌ EACCES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user1 读自己的 notes.txt → ✅ 通过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user1 读 /tmp/data.bin → ✅ 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114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前端集成测试 (6项)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连接状态机联动 (灯色 + 按钮启用)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单步 / 自动连点无卡顿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手风琴折叠不破坏布局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详情页跳转 + 返回按钮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DATA↑ 虚线有数据时点亮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粒子动画缩放后无偏移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小组分工 (8人)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0607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31520"/>
                <a:gridCol w="7132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人数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负责内容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项目架构 + 核心开发 (组长)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整体架构设计、技术选型、Go 后端全部代码、前端全部代码、gRPC-Web 帧编解码器、云端部署、README + DESIGN + SLIDES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状态机引擎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五层递进推进 (NextStep)、双缓冲乒乓切换控制器、chunk 分块 (4KB) DMA 调度、进程状态转换 (RUNNING→BLOCKED→RUNNING)、5种故障注入拦截点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文件系统校验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ACL 四级管线 (路径穿越→存在→敏感→权限位)、FileSystemDB 元数据设计、Unix 9位权限模型实现、ValidationError 错误体系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Proto 协议与通信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Protobuf 8 message + 1 service 定义、gRPC-Web 双向流对接、WebSocket 帧格式编解码、消息队列 + 粘包缓冲处理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前端可视化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SVG 五层拓扑图 + 6条有向连线动画 (IRP↓/IRQ↑/DATA↑)、Canvas 粒子系统 (贝塞尔曲线 + 60fps)、手风琴信息面板、层级详情页内容填充、快照渲染与交互控制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前端样式与布局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6:4 CSS Grid 宽屏排版、CSS 变量体系、浅色实验室主题、卡片居中定位体系、多页面导航 (detail.html)、响应式适配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部署与文档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宋体"/>
                        </a:defRPr>
                      </a:pPr>
                      <a:r>
                        <a:t>跨平台编译 + systemd + NPM 云端部署、测试用例设计与执行、README/DESIGN/SLIDES 文档协作、答辩 PPT 制作与现场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微软雅黑"/>
              </a:defRPr>
            </a:pPr>
            <a:r>
              <a:t>收获与展望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77"/>
                </a:solidFill>
                <a:latin typeface="宋体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E67E22"/>
                </a:solidFill>
                <a:latin typeface="微软雅黑"/>
              </a:defRPr>
            </a:pPr>
            <a:r>
              <a:t>收获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对 OS I/O 软件层的理解从课本文字变成了</a:t>
            </a:r>
            <a:br/>
            <a:r>
              <a:t>可运行、可逐步观察的系统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掌握了 gRPC 双向流在实际项目中的应用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通过手写帧编解码器理解了 RPC 协议栈底层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CSS Grid/Flexbox 复杂布局实战经验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Canvas 动画系统 + 状态同步的开发经验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全栈独立开发能力 (Go + JS + 部署)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27000"/>
          <a:lstStyle/>
          <a:p>
            <a:pPr algn="ctr">
              <a:spcAft>
                <a:spcPts val="800"/>
              </a:spcAft>
              <a:defRPr sz="1500" b="1">
                <a:solidFill>
                  <a:srgbClr val="0891B2"/>
                </a:solidFill>
                <a:latin typeface="微软雅黑"/>
              </a:defRPr>
            </a:pPr>
            <a:r>
              <a:t>可扩展方向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写操作模拟: sys_write 全链路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I/O 调度算法可视化: 电梯算法 / FCFS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多进程并发 I/O 竞争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磁盘调度动画: SCAN / C-SCAN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更多 I/O 控制方式: 通道模拟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宋体"/>
              </a:defRPr>
            </a:pPr>
            <a:r>
              <a:t>• 性能分析面板: I/O 吞吐 / 延迟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891B2"/>
                </a:solidFill>
                <a:latin typeface="宋体"/>
              </a:defRPr>
            </a:pPr>
            <a:r>
              <a:t>https://github.com/smithluo11/os-read-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77"/>
                </a:solidFill>
                <a:latin typeface="宋体"/>
              </a:defRPr>
            </a:pPr>
            <a:r>
              <a:t>操作系统课程设计 · 选题七 · I/O 软件层 read 操作模拟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